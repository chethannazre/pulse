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JetBrains Mono"/>
      <ns0:bold ns1:id="rIdFont22"/>
      <ns0:regular ns1:id="rIdFont23"/>
    </ns0:embeddedFont>
    <ns0:embeddedFont>
      <ns0:font typeface="Plus Jakarta Sans"/>
      <ns0:italic ns1:id="rIdFont24"/>
      <ns0:bold ns1:id="rIdFont25"/>
      <ns0:regular ns1:id="rIdFont2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4490f1a8-012b-4fd3-9405-2e25368cfdf4.fntdata" /><ns0:Relationship Id="rIdFont23" Type="http://schemas.openxmlformats.org/officeDocument/2006/relationships/font" Target="fonts/fefa78a6-ce7b-4b2c-a6af-73607dbda52a.fntdata" /><ns0:Relationship Id="rIdFont24" Type="http://schemas.openxmlformats.org/officeDocument/2006/relationships/font" Target="fonts/bf5883ed-06d6-4869-aa42-88e8079d228b.fntdata" /><ns0:Relationship Id="rIdFont25" Type="http://schemas.openxmlformats.org/officeDocument/2006/relationships/font" Target="fonts/6b033ca7-cc77-4884-907a-4bb5b350d48a.fntdata" /><ns0:Relationship Id="rIdFont26" Type="http://schemas.openxmlformats.org/officeDocument/2006/relationships/font" Target="fonts/9730aaea-7cc1-4074-89f1-296b00fdea6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19725"/>
            <a:ext cx="109728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44025" y="652462"/>
            <a:ext cx="2238375" cy="371475"/>
          </a:xfrm>
          <a:prstGeom prst="roundRect">
            <a:avLst>
              <a:gd name="adj" fmla="val 50000"/>
            </a:avLst>
          </a:prstGeom>
          <a:solidFill>
            <a:srgbClr val="1F2432"/>
          </a:solidFill>
          <a:ln w="9525">
            <a:solidFill>
              <a:srgbClr val="37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657850"/>
            <a:ext cx="2419350" cy="590550"/>
          </a:xfrm>
          <a:prstGeom prst="roundRect">
            <a:avLst>
              <a:gd name="adj" fmla="val 19354"/>
            </a:avLst>
          </a:prstGeom>
          <a:solidFill>
            <a:srgbClr val="151B29"/>
          </a:solidFill>
          <a:ln w="9525">
            <a:solidFill>
              <a:srgbClr val="1F2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4197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57550" y="5657850"/>
            <a:ext cx="3476625" cy="590550"/>
          </a:xfrm>
          <a:prstGeom prst="roundRect">
            <a:avLst>
              <a:gd name="adj" fmla="val 19354"/>
            </a:avLst>
          </a:prstGeom>
          <a:solidFill>
            <a:srgbClr val="151B29"/>
          </a:solidFill>
          <a:ln w="9525">
            <a:solidFill>
              <a:srgbClr val="1F2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48650" y="5657850"/>
            <a:ext cx="3333750" cy="590550"/>
          </a:xfrm>
          <a:prstGeom prst="roundRect">
            <a:avLst>
              <a:gd name="adj" fmla="val 19354"/>
            </a:avLst>
          </a:prstGeom>
          <a:solidFill>
            <a:srgbClr val="151B29"/>
          </a:solidFill>
          <a:ln w="9525">
            <a:solidFill>
              <a:srgbClr val="1F24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585787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5848350"/>
            <a:ext cx="2000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675" y="5857875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72390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34525" y="728662"/>
            <a:ext cx="19526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SDE Intern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270819"/>
            <a:ext cx="910113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Personalized News, Media &amp; Social Aggregator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644205"/>
            <a:ext cx="866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high-performance Next.js 14 feed engine combining real-time technology news, TMDB entertainment discovery, and Mastodon social threads into a single unified workspace.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681037"/>
            <a:ext cx="1042987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Plus Jakarta Sans"/>
              </a:rPr>
              <a:t>PULSE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425" y="5781675"/>
            <a:ext cx="2143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" y="5924550"/>
            <a:ext cx="214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JetBrains Mono"/>
              </a:rPr>
              <a:t>mypulse.vercel.app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0" y="5781675"/>
            <a:ext cx="3452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GITHUB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0" y="5924550"/>
            <a:ext cx="345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JetBrains Mono"/>
              </a:rPr>
              <a:t>github.com/ChethanNazre/Pulse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2050" y="5781675"/>
            <a:ext cx="32504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TECH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2050" y="5924550"/>
            <a:ext cx="3250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Next.js 14 • React 18 • Redux Toolkit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39350" y="604837"/>
            <a:ext cx="1543050" cy="37147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09850"/>
            <a:ext cx="3505200" cy="2609850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09850"/>
            <a:ext cx="3505200" cy="2609850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09850"/>
            <a:ext cx="3505200" cy="2609850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2101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09850"/>
            <a:ext cx="350520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609850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05275" y="2609850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52101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09850"/>
            <a:ext cx="3505200" cy="476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609850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39075" y="2609850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52101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609850"/>
            <a:ext cx="3505200" cy="476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2609850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2875" y="2609850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62275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62275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62275"/>
            <a:ext cx="457200" cy="457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086100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086100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086100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48863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0800" y="681037"/>
            <a:ext cx="12954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Assignment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95325"/>
            <a:ext cx="628828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Engineering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3571875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Unified Multi-Stream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3990975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Consolidates real-time news, movie discovery, and Mastodon social feeds into a single unified, coherent dashboard.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7725" y="3571875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Dynamic Curation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7725" y="3990975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Empowers users with 400ms debounced search, topic category pills, drag-and-drop card reordering, and offline bookmarking.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1525" y="3571875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Resilient UX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1525" y="3990975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Eliminates dead ends through server-side key security, per-source error boundaries, loading skeletons, and responsive layouts.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53600" y="652462"/>
            <a:ext cx="1828800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38119" y="2128837"/>
            <a:ext cx="4244280" cy="1076325"/>
          </a:xfrm>
          <a:prstGeom prst="roundRect">
            <a:avLst>
              <a:gd name="adj" fmla="val 12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38119" y="3357562"/>
            <a:ext cx="4244280" cy="1076325"/>
          </a:xfrm>
          <a:prstGeom prst="roundRect">
            <a:avLst>
              <a:gd name="adj" fmla="val 12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38119" y="4586287"/>
            <a:ext cx="4244280" cy="1076325"/>
          </a:xfrm>
          <a:prstGeom prst="roundRect">
            <a:avLst>
              <a:gd name="adj" fmla="val 12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5475"/>
            <a:ext cx="6385619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05000"/>
            <a:ext cx="6366569" cy="398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144" y="2366962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144" y="3595687"/>
            <a:ext cx="1047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144" y="482441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52768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Application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0" y="709612"/>
            <a:ext cx="1619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JetBrains Mono"/>
              </a:rPr>
              <a:t>Dark Theme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68008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Desktop Discovery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8144" y="2328862"/>
            <a:ext cx="465385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Smart Search &amp; Topic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8144" y="2605087"/>
            <a:ext cx="39394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Instant topic switching across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All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News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Movies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and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Posts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with live query filtering.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8144" y="3557587"/>
            <a:ext cx="4653855" cy="2190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Interactive Card Reordering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8144" y="3833812"/>
            <a:ext cx="39394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Drag handle controls and vertical arrows allow instant feed prioritization on the fly.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8144" y="4786312"/>
            <a:ext cx="465385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One-Click Favorites &amp; CTAs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8144" y="5062537"/>
            <a:ext cx="39394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Direct links to full news sources, movie trailers, and local offline bookmarking.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48825" y="623887"/>
            <a:ext cx="1933575" cy="333375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 w="9525">
            <a:solidFill>
              <a:srgbClr val="FBC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38750" y="2157412"/>
            <a:ext cx="6343650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38750" y="3367087"/>
            <a:ext cx="6343650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38750" y="4576762"/>
            <a:ext cx="6343650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5475"/>
            <a:ext cx="4248150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05000"/>
            <a:ext cx="4229100" cy="398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2376487"/>
            <a:ext cx="351829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825" y="3586162"/>
            <a:ext cx="383381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825" y="4795837"/>
            <a:ext cx="394841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8489" y="2490787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8078" y="3700462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3733" y="4910137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51530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Responsive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1225" y="681037"/>
            <a:ext cx="17240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D174D"/>
                </a:solidFill>
                <a:latin typeface="Plus Jakarta Sans"/>
              </a:rPr>
              <a:t>Mobile-First Ergonomics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95325"/>
            <a:ext cx="6638329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Mobile Feed &amp; Touch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104" y="2376487"/>
            <a:ext cx="621089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Compact Bottom Navigation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1104" y="2633662"/>
            <a:ext cx="547747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Dedicated touch targets for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Feed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Trending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Favorites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and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Settings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for single-handed usage.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2656" y="3586162"/>
            <a:ext cx="6179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Actionable Media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2656" y="3843337"/>
            <a:ext cx="544591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Optimized thumbnail ratios with direct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Play Now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actions and quick bookmark toggles.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4116" y="4795837"/>
            <a:ext cx="616788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Fluid Touch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4116" y="5053012"/>
            <a:ext cx="543445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Smooth vertical scrolling, zero horizontal overflow, and auto-hiding search headers.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0312"/>
            <a:ext cx="3505200" cy="2828925"/>
          </a:xfrm>
          <a:prstGeom prst="roundRect">
            <a:avLst>
              <a:gd name="adj" fmla="val 538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81287"/>
            <a:ext cx="3505200" cy="2466975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81287"/>
            <a:ext cx="3505200" cy="2466975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31971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500312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00312"/>
            <a:ext cx="9525" cy="2828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500312"/>
            <a:ext cx="9525" cy="2828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1387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681287"/>
            <a:ext cx="3505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81287"/>
            <a:ext cx="9525" cy="2466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681287"/>
            <a:ext cx="9525" cy="2466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1387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681287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681287"/>
            <a:ext cx="9525" cy="2466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681287"/>
            <a:ext cx="9525" cy="2466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43212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024187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024187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967037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50" y="3148012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437" y="3148012"/>
            <a:ext cx="180975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900487"/>
            <a:ext cx="1238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4205287"/>
            <a:ext cx="12382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4681537"/>
            <a:ext cx="1238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4081462"/>
            <a:ext cx="12382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4386262"/>
            <a:ext cx="1238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4681537"/>
            <a:ext cx="12382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4081462"/>
            <a:ext cx="12382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4386262"/>
            <a:ext cx="1238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4681537"/>
            <a:ext cx="123825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Data 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Integrated Multi-API Ecosystem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3452812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Technology &amp; News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525" y="3633787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TMDB Movies &amp; Shows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3633787"/>
            <a:ext cx="38766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Decentralized Social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3871912"/>
            <a:ext cx="3786187" cy="1905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Server Proxy: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/api/news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176712"/>
            <a:ext cx="312420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Topic Allowlist: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High-credibility tech feeds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4652962"/>
            <a:ext cx="312420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Rich Metadata: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Publisher &amp; publishing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525" y="4052887"/>
            <a:ext cx="3786187" cy="1905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Media Endpoint: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/api/movies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route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525" y="4357687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Trending &amp; Search: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Posters &amp; overviews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1525" y="4652962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Interaction: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Direct movie streaming links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5325" y="4052887"/>
            <a:ext cx="3786187" cy="19050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Social Stream: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/api/social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route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5325" y="4357687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Public Timelines: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Mastodon tag feeds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5325" y="4652962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Sanitization: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HTML stripping &amp; clean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6208"/>
            <a:ext cx="5372100" cy="1274266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26208"/>
            <a:ext cx="5372100" cy="1274266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29075"/>
            <a:ext cx="5372100" cy="1274266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29075"/>
            <a:ext cx="5372100" cy="1274266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02433"/>
            <a:ext cx="288875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802433"/>
            <a:ext cx="314325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05300"/>
            <a:ext cx="332184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305300"/>
            <a:ext cx="322064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413" y="2926258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2926258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42" y="442912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7069" y="4429125"/>
            <a:ext cx="1809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52768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Content Curation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68008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Search Engine &amp; Topic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5200" y="2802433"/>
            <a:ext cx="569661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400 ms Debounced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5200" y="3097708"/>
            <a:ext cx="4435524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Eliminates rapid API call spamming while typing queries like </a:t>
            </a:r>
            <a:r>
              <a:rPr b="0" sz="1200" i="1" u="none">
                <a:solidFill>
                  <a:srgbClr val="475569"/>
                </a:solidFill>
                <a:latin typeface="Plus Jakarta Sans"/>
              </a:rPr>
              <a:t>"independent cinema"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or </a:t>
            </a:r>
            <a:r>
              <a:rPr b="0" sz="1200" i="1" u="none">
                <a:solidFill>
                  <a:srgbClr val="475569"/>
                </a:solidFill>
                <a:latin typeface="Plus Jakarta Sans"/>
              </a:rPr>
              <a:t>"climate"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350" y="2802433"/>
            <a:ext cx="52006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6 Core Topic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1350" y="3097708"/>
            <a:ext cx="44100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Instant filtering across Technology, Sports, Finance, Entertainment, Health, and Science.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509" y="4305300"/>
            <a:ext cx="563976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Source Type Pill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509" y="4600575"/>
            <a:ext cx="439221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Filter the main stream dynamically down to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All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News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Movies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or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Posts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in real-time.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9089" y="4305300"/>
            <a:ext cx="519291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Zero-Reload Redux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9089" y="4600575"/>
            <a:ext cx="440233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Instant UI category updates executed entirely client-side without full page refreshes.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4175"/>
            <a:ext cx="2600325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24162"/>
            <a:ext cx="2600325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24175"/>
            <a:ext cx="2600325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924175"/>
            <a:ext cx="2600325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6230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0622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16230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16230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7" y="3267075"/>
            <a:ext cx="1047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6662" y="3167062"/>
            <a:ext cx="1047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3267075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0" y="3267075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Interaction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Feed Personalization &amp; Card Reordering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766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Framer Motion Drag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2907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Smooth vertical drag handles on every feed card for customizable reading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57663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Precision Arrow Nudge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929062"/>
            <a:ext cx="221932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Up and Down buttons provide explicit keyboard and accessible reorder alternatives.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6766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"See Fewer"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02907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Allows users to deemphasize specific feed items and learn preference weighting.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6766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Layout Storage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4029075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Customized card arrangements persist across browser reloads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8437"/>
            <a:ext cx="5314950" cy="2352675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028950"/>
            <a:ext cx="5314950" cy="17716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90862"/>
            <a:ext cx="180975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538537"/>
            <a:ext cx="1714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071937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405312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55340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Client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7138392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LocalStorage &amp; Offline Favorites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52762"/>
            <a:ext cx="6150768" cy="2667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LocalStorage 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343275"/>
            <a:ext cx="5610225" cy="2667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Offline 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800475"/>
            <a:ext cx="4781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Saved items remain 100% accessible on the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Favorites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view even when network connectivity drops or when APIs undergo rate-limit resets.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09962"/>
            <a:ext cx="4781550" cy="40005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Favorites Vault: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Bookmarked articles and movies saved offline.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43362"/>
            <a:ext cx="58578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Theme State: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Dark/Light theme mode selection persistence.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376737"/>
            <a:ext cx="4781550" cy="40005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Card Preferences: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Custom hidden sources and item positions.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77400" y="652462"/>
            <a:ext cx="1905000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81375"/>
            <a:ext cx="2443162" cy="1028700"/>
          </a:xfrm>
          <a:prstGeom prst="roundRect">
            <a:avLst>
              <a:gd name="adj" fmla="val 1296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2812" y="3381375"/>
            <a:ext cx="2443162" cy="1028700"/>
          </a:xfrm>
          <a:prstGeom prst="roundRect">
            <a:avLst>
              <a:gd name="adj" fmla="val 1296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96025" y="3381375"/>
            <a:ext cx="2443162" cy="1028700"/>
          </a:xfrm>
          <a:prstGeom prst="roundRect">
            <a:avLst>
              <a:gd name="adj" fmla="val 1296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39237" y="3381375"/>
            <a:ext cx="2443162" cy="1028700"/>
          </a:xfrm>
          <a:prstGeom prst="roundRect">
            <a:avLst>
              <a:gd name="adj" fmla="val 1296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2" y="380047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0047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487" y="3800475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5295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09612"/>
            <a:ext cx="1695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JetBrains Mono"/>
              </a:rPr>
              <a:t>Next.js 14 App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6825853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Data Pipeline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704" y="3571875"/>
            <a:ext cx="2672953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01. User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917" y="3571875"/>
            <a:ext cx="2672953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43F5E"/>
                </a:solidFill>
                <a:latin typeface="Plus Jakarta Sans"/>
              </a:rPr>
              <a:t>02. Redux Thunk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129" y="3571875"/>
            <a:ext cx="2672953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03. API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4342" y="3571875"/>
            <a:ext cx="2672953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D97706"/>
                </a:solidFill>
                <a:latin typeface="Plus Jakarta Sans"/>
              </a:rPr>
              <a:t>04.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88" y="3819525"/>
            <a:ext cx="26815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UI Search /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235" y="4057650"/>
            <a:ext cx="255389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Debounced input or category pick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3601" y="3819525"/>
            <a:ext cx="26815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Async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7448" y="4057650"/>
            <a:ext cx="255389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Parallel fetch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813" y="3819525"/>
            <a:ext cx="26815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Next.js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0660" y="4057650"/>
            <a:ext cx="255389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Server-side secret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0026" y="3819525"/>
            <a:ext cx="26815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Standard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3873" y="4057650"/>
            <a:ext cx="255389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Unified feed rendering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7025"/>
            <a:ext cx="3479750" cy="20955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776537"/>
            <a:ext cx="3479750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876550"/>
            <a:ext cx="347975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4325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05276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31527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24802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7050" y="3157537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975" y="3257550"/>
            <a:ext cx="1905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Security &amp;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Server-Side Secret Key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76650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API Key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067175"/>
            <a:ext cx="30225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NEWS_API_KEY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TMDB_API_KEY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remain strictly on the Next.js server layer and are never exposed to browser bundles.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275" y="3586162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CORS &amp; Bounded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976687"/>
            <a:ext cx="30225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Internal same-origin proxy handlers prevent malicious external requests and limit query parameters to pre-approved categories.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3686175"/>
            <a:ext cx="38132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Input Sanitization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8725" y="4076700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Strips HTML tags from Mastodon social feeds and validates JSON schemas before dispatching items to Redux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1800"/>
            <a:ext cx="347975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71800"/>
            <a:ext cx="347975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71800"/>
            <a:ext cx="347975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48025"/>
            <a:ext cx="29273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248025"/>
            <a:ext cx="29273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3248025"/>
            <a:ext cx="29273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Zero Dead-End Error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09975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Skeleton Loaders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81450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Animated skeleton cards prevent layout shifts and maintain user context while asynchronous API requests resolve.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609975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Isolated API Faults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3981450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If TMDB or News API experiences an outage, remaining healthy feeds continue serving content without crashing the app.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609975"/>
            <a:ext cx="38132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Informative Empty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3981450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Clear, helpful user guidance screens display when search queries produce zero matches or when favorites list is empty.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1446"/>
            <a:ext cx="5372100" cy="1274266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21446"/>
            <a:ext cx="5372100" cy="1274266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24312"/>
            <a:ext cx="5372100" cy="1283791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24312"/>
            <a:ext cx="5372100" cy="1283791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97671"/>
            <a:ext cx="296912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97671"/>
            <a:ext cx="310455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00537"/>
            <a:ext cx="266551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300537"/>
            <a:ext cx="296019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44" y="2911971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6502" y="2911971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301" y="441483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3022" y="4414837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53816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693836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Performance &amp; Inclusive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3237" y="2797671"/>
            <a:ext cx="5686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IntersectionObserver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3237" y="3092946"/>
            <a:ext cx="4427487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Smooth auto-loading continuous scrolling with a manual "Load More" fallback trigger.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7480" y="2797671"/>
            <a:ext cx="52045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Keyboard Navigation (a11y)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7480" y="3092946"/>
            <a:ext cx="4413944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Full focus-ring visibility, ARIA accessibility attributes, and keyboard card controls.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876" y="4300537"/>
            <a:ext cx="572591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Reduced Motion Fallbacks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2876" y="4595812"/>
            <a:ext cx="4457848" cy="436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Respects OS-level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prefers-reduced-motion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settings by replacing complex CSS animations.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3044" y="4300537"/>
            <a:ext cx="521895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System Theme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3044" y="4595812"/>
            <a:ext cx="442838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Detects user OS dark mode preference on initial page load and persists user choices.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5100"/>
            <a:ext cx="5343525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590204"/>
            <a:ext cx="5324475" cy="2649140"/>
          </a:xfrm>
          <a:prstGeom prst="roundRect">
            <a:avLst>
              <a:gd name="adj" fmla="val 575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925" y="3476625"/>
            <a:ext cx="4714875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925" y="4219575"/>
            <a:ext cx="4714875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925" y="3476625"/>
            <a:ext cx="38100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925" y="4219575"/>
            <a:ext cx="38100" cy="5905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5752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14054"/>
            <a:ext cx="15240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66960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Quality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8663582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Testing Suite &amp; Deployment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019425"/>
            <a:ext cx="6188273" cy="266700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Test Suites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895004"/>
            <a:ext cx="2190750" cy="17145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Terminal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904529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Node 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342679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# 1. Clone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582590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38BDF8"/>
                </a:solidFill>
                <a:latin typeface="JetBrains Mono"/>
              </a:rPr>
              <a:t>git clone https://github.com/ChethanNazre/Pulse.git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898701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# 2. Install dependencies &amp; start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4138612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38BDF8"/>
                </a:solidFill>
                <a:latin typeface="JetBrains Mono"/>
              </a:rPr>
              <a:t>npm install &amp;&amp; npm run 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4454723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# 3. Execute test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694634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38BDF8"/>
                </a:solidFill>
                <a:latin typeface="JetBrains Mono"/>
              </a:rPr>
              <a:t>npm run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3476625"/>
            <a:ext cx="59382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Jest &amp; React Testing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3705225"/>
            <a:ext cx="4619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Unit and integration suites testing Redux slices and component rendering.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4219575"/>
            <a:ext cx="59382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Playwright E2E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425" y="4448175"/>
            <a:ext cx="46196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End-to-end user journey automation tests configured in codebase repository.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8918"/>
            <a:ext cx="3479750" cy="2271712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778918"/>
            <a:ext cx="3479750" cy="2271712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778918"/>
            <a:ext cx="3479750" cy="2271712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041106"/>
            <a:ext cx="347975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778918"/>
            <a:ext cx="3479750" cy="47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778918"/>
            <a:ext cx="9525" cy="227171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79825" y="2778918"/>
            <a:ext cx="9525" cy="227171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6050" y="5041106"/>
            <a:ext cx="347975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6050" y="2778918"/>
            <a:ext cx="3479750" cy="47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6050" y="2778918"/>
            <a:ext cx="9525" cy="227171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26275" y="2778918"/>
            <a:ext cx="9525" cy="227171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2500" y="5041106"/>
            <a:ext cx="347975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2500" y="2778918"/>
            <a:ext cx="3479750" cy="47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2500" y="2778918"/>
            <a:ext cx="9525" cy="227171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726" y="2778918"/>
            <a:ext cx="9525" cy="227171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31343"/>
            <a:ext cx="419100" cy="419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131343"/>
            <a:ext cx="419100" cy="4191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825" y="3131343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3245643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3245643"/>
            <a:ext cx="2381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313" y="3245643"/>
            <a:ext cx="23812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Future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Next Phase Enhancements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3702843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SSE Real-Time Refresh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4093368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Implementation of Server-Sent Events to push 30-second background feed updates without full polling.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0375" y="3702843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Supabase Multi-Device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0375" y="4093368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Transitioning local preferences to cloud authentication for seamless bookmark sync across mobile and web.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6825" y="3702843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i18n Multi-Language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6825" y="4093368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Native internationalization switcher support (EN / ES / DE) for localized feeds and interface elements.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4090987"/>
            <a:ext cx="762000" cy="38100"/>
          </a:xfrm>
          <a:prstGeom prst="roundRect">
            <a:avLst>
              <a:gd name="adj" fmla="val 50000"/>
            </a:avLst>
          </a:prstGeom>
          <a:solidFill>
            <a:srgbClr val="946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33800" y="5762625"/>
            <a:ext cx="2324100" cy="485775"/>
          </a:xfrm>
          <a:prstGeom prst="roundRect">
            <a:avLst>
              <a:gd name="adj" fmla="val 27450"/>
            </a:avLst>
          </a:prstGeom>
          <a:solidFill>
            <a:srgbClr val="1F2432"/>
          </a:solidFill>
          <a:ln w="9525">
            <a:solidFill>
              <a:srgbClr val="37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5762625"/>
            <a:ext cx="2171700" cy="485775"/>
          </a:xfrm>
          <a:prstGeom prst="roundRect">
            <a:avLst>
              <a:gd name="adj" fmla="val 27450"/>
            </a:avLst>
          </a:prstGeom>
          <a:solidFill>
            <a:srgbClr val="1F2432"/>
          </a:solidFill>
          <a:ln w="9525">
            <a:solidFill>
              <a:srgbClr val="373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906" y="60960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731" y="733425"/>
            <a:ext cx="2476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025" y="5929312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5929312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31681" y="676275"/>
            <a:ext cx="1157287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FFFFFF"/>
                </a:solidFill>
                <a:latin typeface="Plus Jakarta Sans"/>
              </a:rPr>
              <a:t>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4527" y="2738437"/>
            <a:ext cx="3562945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0" y="3576637"/>
            <a:ext cx="4572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Questions &amp; Architectural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687" y="5895975"/>
            <a:ext cx="21050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mypulse.vercel.app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8437" y="5895975"/>
            <a:ext cx="19145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 GitHub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